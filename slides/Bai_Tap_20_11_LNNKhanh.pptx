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2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65760"/>
            <a:ext cx="11460175" cy="6126480"/>
          </a:xfrm>
          <a:prstGeom prst="roundRect">
            <a:avLst/>
          </a:prstGeom>
          <a:solidFill>
            <a:srgbClr val="8C2318"/>
          </a:solidFill>
          <a:ln w="19050">
            <a:solidFill>
              <a:srgbClr val="E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D4A017"/>
                </a:solidFill>
                <a:latin typeface="Be Vietnam Pro"/>
              </a:rPr>
              <a:t>20 · 11 — NGÀY NHÀ GIÁO VIỆT NAM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28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 i="0">
                <a:solidFill>
                  <a:srgbClr val="FFFFFF"/>
                </a:solidFill>
                <a:latin typeface="Playfair Display"/>
              </a:rPr>
              <a:t>Landing Page Tri Ân Thầy Cô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1">
                <a:solidFill>
                  <a:srgbClr val="F8EFD0"/>
                </a:solidFill>
                <a:latin typeface="Be Vietnam Pro"/>
              </a:rPr>
              <a:t>Vibe Coding với AI — Nhật ký Prompt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998567" y="3931920"/>
            <a:ext cx="2194560" cy="36576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Be Vietnam Pro"/>
              </a:rPr>
              <a:t>Sinh viên: Lê Nguyễn Nhật Khánh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F8EFD0"/>
                </a:solidFill>
                <a:latin typeface="Be Vietnam Pro"/>
              </a:rPr>
              <a:t>MSSV: 125001660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F0C9B8"/>
                </a:solidFill>
                <a:latin typeface="Be Vietnam Pro"/>
              </a:rPr>
              <a:t>nielz2852007-maker.github.io/KHANH_LENGUYENNHAT_125001660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73736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D4A017"/>
                </a:solidFill>
                <a:latin typeface="Be Vietnam Pro"/>
              </a:rPr>
              <a:t>01 · TỔNG QUAN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8C2318"/>
                </a:solidFill>
                <a:latin typeface="Playfair Display"/>
              </a:rPr>
              <a:t>Giới thiệu đề tài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6858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>
                <a:solidFill>
                  <a:srgbClr val="2B211F"/>
                </a:solidFill>
                <a:latin typeface="Be Vietnam Pro"/>
              </a:rPr>
              <a:t>•  Chủ đề: Landing page tri ân nhân ngày Nhà giáo Việt Nam 20/11.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>
                <a:solidFill>
                  <a:srgbClr val="2B211F"/>
                </a:solidFill>
                <a:latin typeface="Be Vietnam Pro"/>
              </a:rPr>
              <a:t>•  Mục tiêu: Tạo giao diện web hiện đại, đúng semantic HTML5, có hiệu ứng sinh động.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>
                <a:solidFill>
                  <a:srgbClr val="2B211F"/>
                </a:solidFill>
                <a:latin typeface="Be Vietnam Pro"/>
              </a:rPr>
              <a:t>•  Phương pháp: Vibe Coding — sử dụng AI (opencode) để sinh code theo từng prompt.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>
                <a:solidFill>
                  <a:srgbClr val="2B211F"/>
                </a:solidFill>
                <a:latin typeface="Be Vietnam Pro"/>
              </a:rPr>
              <a:t>•  Sản phẩm: index.html, style.css, assets/, PROMPT_LOG.md — triển khai live qua GitHub Pages.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566160" cy="3291840"/>
          </a:xfrm>
          <a:prstGeom prst="roundRect">
            <a:avLst/>
          </a:prstGeom>
          <a:solidFill>
            <a:srgbClr val="8C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37744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D4A017"/>
                </a:solidFill>
                <a:latin typeface="Be Vietnam Pro"/>
              </a:rPr>
              <a:t>YÊU CẦU BÀI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92608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Be Vietnam Pro"/>
              </a:rPr>
              <a:t>•  Semantic HTML5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Be Vietnam Pro"/>
              </a:rPr>
              <a:t>•  CSS Variables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Be Vietnam Pro"/>
              </a:rPr>
              <a:t>•  Flexbox / Grid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Be Vietnam Pro"/>
              </a:rPr>
              <a:t>•  Animate.css + AOS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Be Vietnam Pro"/>
              </a:rPr>
              <a:t>•  PROMPT_LOG.md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Be Vietnam Pro"/>
              </a:rPr>
              <a:t>•  GitHub Pages live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8C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382512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EFD0"/>
                </a:solidFill>
                <a:latin typeface="Be Vietnam Pro"/>
              </a:rPr>
              <a:t>Lê Nguyễn Nhật Khánh — 125001660 · Tri ân thầy cô 20/11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82512"/>
            <a:ext cx="731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Be Vietnam Pro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73736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D4A017"/>
                </a:solidFill>
                <a:latin typeface="Be Vietnam Pro"/>
              </a:rPr>
              <a:t>02 · CẤU TRÚC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8C2318"/>
                </a:solidFill>
                <a:latin typeface="Playfair Display"/>
              </a:rPr>
              <a:t>Cấu trúc dự án &amp; Semantic HTML5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347472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474720" cy="54864"/>
          </a:xfrm>
          <a:prstGeom prst="rect">
            <a:avLst/>
          </a:prstGeom>
          <a:solidFill>
            <a:srgbClr val="B33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8C2318"/>
                </a:solidFill>
                <a:latin typeface="Playfair Display"/>
              </a:rPr>
              <a:t>Cấu trúc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9260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0" i="0">
                <a:solidFill>
                  <a:srgbClr val="6D5A55"/>
                </a:solidFill>
                <a:latin typeface="Consolas"/>
              </a:rPr>
              <a:t>index.html</a:t>
            </a:r>
          </a:p>
          <a:p>
            <a:pPr algn="l">
              <a:lnSpc>
                <a:spcPct val="170000"/>
              </a:lnSpc>
            </a:pPr>
            <a:r>
              <a:rPr sz="1500" b="0" i="0">
                <a:solidFill>
                  <a:srgbClr val="6D5A55"/>
                </a:solidFill>
                <a:latin typeface="Consolas"/>
              </a:rPr>
              <a:t>style.css</a:t>
            </a:r>
          </a:p>
          <a:p>
            <a:pPr algn="l">
              <a:lnSpc>
                <a:spcPct val="170000"/>
              </a:lnSpc>
            </a:pPr>
            <a:r>
              <a:rPr sz="1500" b="0" i="0">
                <a:solidFill>
                  <a:srgbClr val="6D5A55"/>
                </a:solidFill>
                <a:latin typeface="Consolas"/>
              </a:rPr>
              <a:t>assets/flower.svg</a:t>
            </a:r>
          </a:p>
          <a:p>
            <a:pPr algn="l">
              <a:lnSpc>
                <a:spcPct val="170000"/>
              </a:lnSpc>
            </a:pPr>
            <a:r>
              <a:rPr sz="1500" b="0" i="0">
                <a:solidFill>
                  <a:srgbClr val="6D5A55"/>
                </a:solidFill>
                <a:latin typeface="Consolas"/>
              </a:rPr>
              <a:t>PROMPT_LOG.md</a:t>
            </a:r>
          </a:p>
          <a:p>
            <a:pPr algn="l">
              <a:lnSpc>
                <a:spcPct val="170000"/>
              </a:lnSpc>
            </a:pPr>
            <a:r>
              <a:rPr sz="1500" b="0" i="0">
                <a:solidFill>
                  <a:srgbClr val="6D5A55"/>
                </a:solidFill>
                <a:latin typeface="Consolas"/>
              </a:rPr>
              <a:t>README.md</a:t>
            </a:r>
          </a:p>
          <a:p>
            <a:pPr algn="l">
              <a:lnSpc>
                <a:spcPct val="170000"/>
              </a:lnSpc>
            </a:pPr>
            <a:r>
              <a:rPr sz="1500" b="0" i="0">
                <a:solidFill>
                  <a:srgbClr val="6D5A55"/>
                </a:solidFill>
                <a:latin typeface="Consolas"/>
              </a:rPr>
              <a:t>GitHub Pages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47472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920240"/>
            <a:ext cx="3474720" cy="54864"/>
          </a:xfrm>
          <a:prstGeom prst="rect">
            <a:avLst/>
          </a:prstGeom>
          <a:solidFill>
            <a:srgbClr val="B33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94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8C2318"/>
                </a:solidFill>
                <a:latin typeface="Playfair Display"/>
              </a:rPr>
              <a:t>Thẻ HTML5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0604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2B211F"/>
                </a:solidFill>
                <a:latin typeface="Be Vietnam Pro"/>
              </a:rPr>
              <a:t>•  &lt;header&gt; — hero + logo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2B211F"/>
                </a:solidFill>
                <a:latin typeface="Be Vietnam Pro"/>
              </a:rPr>
              <a:t>•  &lt;nav&gt; — thanh điều hướng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2B211F"/>
                </a:solidFill>
                <a:latin typeface="Be Vietnam Pro"/>
              </a:rPr>
              <a:t>•  &lt;main&gt; — nội dung chính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2B211F"/>
                </a:solidFill>
                <a:latin typeface="Be Vietnam Pro"/>
              </a:rPr>
              <a:t>•  &lt;section&gt;/&lt;article&gt; — khối nội dung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2B211F"/>
                </a:solidFill>
                <a:latin typeface="Be Vietnam Pro"/>
              </a:rPr>
              <a:t>•  &lt;footer&gt; — liên hệ, copyright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920240"/>
            <a:ext cx="347472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920240"/>
            <a:ext cx="3474720" cy="54864"/>
          </a:xfrm>
          <a:prstGeom prst="rect">
            <a:avLst/>
          </a:prstGeom>
          <a:solidFill>
            <a:srgbClr val="B33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8C2318"/>
                </a:solidFill>
                <a:latin typeface="Playfair Display"/>
              </a:rPr>
              <a:t>Nguyên tắc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60604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2B211F"/>
                </a:solidFill>
                <a:latin typeface="Be Vietnam Pro"/>
              </a:rPr>
              <a:t>•  Không lạm dụng &lt;div&gt; vô nghĩa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2B211F"/>
                </a:solidFill>
                <a:latin typeface="Be Vietnam Pro"/>
              </a:rPr>
              <a:t>•  Một &lt;h1&gt; duy nhất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2B211F"/>
                </a:solidFill>
                <a:latin typeface="Be Vietnam Pro"/>
              </a:rPr>
              <a:t>•  skip-link cho bàn phím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2B211F"/>
                </a:solidFill>
                <a:latin typeface="Be Vietnam Pro"/>
              </a:rPr>
              <a:t>•  meta description + OG tags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2B211F"/>
                </a:solidFill>
                <a:latin typeface="Be Vietnam Pro"/>
              </a:rPr>
              <a:t>•  aria-label cho nav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8C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382512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EFD0"/>
                </a:solidFill>
                <a:latin typeface="Be Vietnam Pro"/>
              </a:rPr>
              <a:t>Lê Nguyễn Nhật Khánh — 125001660 · Tri ân thầy cô 20/11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382512"/>
            <a:ext cx="731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Be Vietnam Pro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73736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D4A017"/>
                </a:solidFill>
                <a:latin typeface="Be Vietnam Pro"/>
              </a:rPr>
              <a:t>03 · KỸ THUẬT 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8C2318"/>
                </a:solidFill>
                <a:latin typeface="Playfair Display"/>
              </a:rPr>
              <a:t>CSS Variables &amp; Layout hiện đại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303520" cy="3931920"/>
          </a:xfrm>
          <a:prstGeom prst="roundRect">
            <a:avLst/>
          </a:prstGeom>
          <a:solidFill>
            <a:srgbClr val="2B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D4A017"/>
                </a:solidFill>
                <a:latin typeface="Consolas"/>
              </a:rPr>
              <a:t>:root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47548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E8E0D8"/>
                </a:solidFill>
                <a:latin typeface="Consolas"/>
              </a:rPr>
              <a:t>  --color-primary: #b33428;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E8E0D8"/>
                </a:solidFill>
                <a:latin typeface="Consolas"/>
              </a:rPr>
              <a:t>  --color-accent: #d4a017;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E8E0D8"/>
                </a:solidFill>
                <a:latin typeface="Consolas"/>
              </a:rPr>
              <a:t>  --font-heading: 'Playfair Display';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E8E0D8"/>
                </a:solidFill>
                <a:latin typeface="Consolas"/>
              </a:rPr>
              <a:t>  --font-body: 'Be Vietnam Pro';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E8E0D8"/>
                </a:solidFill>
                <a:latin typeface="Consolas"/>
              </a:rPr>
              <a:t>  --sp-1 … --sp-6;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E8E0D8"/>
                </a:solidFill>
                <a:latin typeface="Consolas"/>
              </a:rPr>
              <a:t>  --radius-md: 16px;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E8E0D8"/>
                </a:solidFill>
                <a:latin typeface="Consolas"/>
              </a:rPr>
              <a:t>  --ease: cubic-bezier(0.22, 1, 0.36, 1);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E8E0D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>
                <a:solidFill>
                  <a:srgbClr val="2B211F"/>
                </a:solidFill>
                <a:latin typeface="Be Vietnam Pro"/>
              </a:rPr>
              <a:t>•  Flexbox: nav, hero, footer — căn giữa, đều khoảng cách.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>
                <a:solidFill>
                  <a:srgbClr val="2B211F"/>
                </a:solidFill>
                <a:latin typeface="Be Vietnam Pro"/>
              </a:rPr>
              <a:t>•  CSS Grid: cards (3 cột), quotes (2 cột) — tự responsive nhờ auto-fit + minmax.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>
                <a:solidFill>
                  <a:srgbClr val="2B211F"/>
                </a:solidFill>
                <a:latin typeface="Be Vietnam Pro"/>
              </a:rPr>
              <a:t>•  Container cố định 1080px, gutter thích ứng clamp().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>
                <a:solidFill>
                  <a:srgbClr val="2B211F"/>
                </a:solidFill>
                <a:latin typeface="Be Vietnam Pro"/>
              </a:rPr>
              <a:t>•  Đổi màu / font / spacing chỉ cần sửa 1 chỗ trong :root.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>
                <a:solidFill>
                  <a:srgbClr val="2B211F"/>
                </a:solidFill>
                <a:latin typeface="Be Vietnam Pro"/>
              </a:rPr>
              <a:t>•  Mobile: cards &amp; quotes xếp 1 cột, nav chuyển cột dọc.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8C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382512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EFD0"/>
                </a:solidFill>
                <a:latin typeface="Be Vietnam Pro"/>
              </a:rPr>
              <a:t>Lê Nguyễn Nhật Khánh — 125001660 · Tri ân thầy cô 20/11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82512"/>
            <a:ext cx="731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Be Vietnam Pro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73736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D4A017"/>
                </a:solidFill>
                <a:latin typeface="Be Vietnam Pro"/>
              </a:rPr>
              <a:t>04 · HIỆU ỨNG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8C2318"/>
                </a:solidFill>
                <a:latin typeface="Playfair Display"/>
              </a:rPr>
              <a:t>Animate.css, AOS &amp; Tương tác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347472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474720" cy="54864"/>
          </a:xfrm>
          <a:prstGeom prst="rect">
            <a:avLst/>
          </a:prstGeom>
          <a:solidFill>
            <a:srgbClr val="B33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8C2318"/>
                </a:solidFill>
                <a:latin typeface="Playfair Display"/>
              </a:rPr>
              <a:t>Animate.css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D4A017"/>
                </a:solidFill>
                <a:latin typeface="Be Vietnam Pro"/>
              </a:rPr>
              <a:t>Hero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B211F"/>
                </a:solidFill>
                <a:latin typeface="Be Vietnam Pro"/>
              </a:rPr>
              <a:t>•  fadeInDown — eyebrow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B211F"/>
                </a:solidFill>
                <a:latin typeface="Be Vietnam Pro"/>
              </a:rPr>
              <a:t>•  fadeInUp — tiêu đề H1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B211F"/>
                </a:solidFill>
                <a:latin typeface="Be Vietnam Pro"/>
              </a:rPr>
              <a:t>•  fadeInUp delay-1s — sub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B211F"/>
                </a:solidFill>
                <a:latin typeface="Be Vietnam Pro"/>
              </a:rPr>
              <a:t>•  zoomIn delay-2s — CTA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920240"/>
            <a:ext cx="347472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920240"/>
            <a:ext cx="3474720" cy="54864"/>
          </a:xfrm>
          <a:prstGeom prst="rect">
            <a:avLst/>
          </a:prstGeom>
          <a:solidFill>
            <a:srgbClr val="B33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94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8C2318"/>
                </a:solidFill>
                <a:latin typeface="Playfair Display"/>
              </a:rPr>
              <a:t>AOS — Scroll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060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D4A017"/>
                </a:solidFill>
                <a:latin typeface="Be Vietnam Pro"/>
              </a:rPr>
              <a:t>Cuộn trang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0175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B211F"/>
                </a:solidFill>
                <a:latin typeface="Be Vietnam Pro"/>
              </a:rPr>
              <a:t>•  fade-up — h2, cards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B211F"/>
                </a:solidFill>
                <a:latin typeface="Be Vietnam Pro"/>
              </a:rPr>
              <a:t>•  zoom-in — blockquote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B211F"/>
                </a:solidFill>
                <a:latin typeface="Be Vietnam Pro"/>
              </a:rPr>
              <a:t>•  flip-up — thư cảm ơn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B211F"/>
                </a:solidFill>
                <a:latin typeface="Be Vietnam Pro"/>
              </a:rPr>
              <a:t>•  once: true, duration 800ms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920240"/>
            <a:ext cx="347472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3474720" cy="54864"/>
          </a:xfrm>
          <a:prstGeom prst="rect">
            <a:avLst/>
          </a:prstGeom>
          <a:solidFill>
            <a:srgbClr val="B33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8C2318"/>
                </a:solidFill>
                <a:latin typeface="Playfair Display"/>
              </a:rPr>
              <a:t>CSS tự viết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060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D4A017"/>
                </a:solidFill>
                <a:latin typeface="Be Vietnam Pro"/>
              </a:rPr>
              <a:t>:hover / :focus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175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B211F"/>
                </a:solidFill>
                <a:latin typeface="Be Vietnam Pro"/>
              </a:rPr>
              <a:t>•  Nút CTA — nâng + shadow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B211F"/>
                </a:solidFill>
                <a:latin typeface="Be Vietnam Pro"/>
              </a:rPr>
              <a:t>•  Card — viền vàng, gradient line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B211F"/>
                </a:solidFill>
                <a:latin typeface="Be Vietnam Pro"/>
              </a:rPr>
              <a:t>•  NavLink / footer link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>
                <a:solidFill>
                  <a:srgbClr val="2B211F"/>
                </a:solidFill>
                <a:latin typeface="Be Vietnam Pro"/>
              </a:rPr>
              <a:t>•  prefers-reduced-motion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8C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382512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EFD0"/>
                </a:solidFill>
                <a:latin typeface="Be Vietnam Pro"/>
              </a:rPr>
              <a:t>Lê Nguyễn Nhật Khánh — 125001660 · Tri ân thầy cô 20/11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82512"/>
            <a:ext cx="731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Be Vietnam Pro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73736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D4A017"/>
                </a:solidFill>
                <a:latin typeface="Be Vietnam Pro"/>
              </a:rPr>
              <a:t>05 · VIBE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8C2318"/>
                </a:solidFill>
                <a:latin typeface="Playfair Display"/>
              </a:rPr>
              <a:t>Nhật ký Prompt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188720" cy="868680"/>
          </a:xfrm>
          <a:prstGeom prst="roundRect">
            <a:avLst/>
          </a:prstGeom>
          <a:solidFill>
            <a:srgbClr val="8C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Be Vietnam Pro"/>
              </a:rPr>
              <a:t>Lần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920240"/>
            <a:ext cx="95097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0116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8C2318"/>
                </a:solidFill>
                <a:latin typeface="Be Vietnam Pro"/>
              </a:rPr>
              <a:t>Semantic HTML5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359152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D5A55"/>
                </a:solidFill>
                <a:latin typeface="Be Vietnam Pro"/>
              </a:rPr>
              <a:t>Yêu cầu đúng thẻ &lt;header&gt;/&lt;nav&gt;/&lt;main&gt;/&lt;section&gt;/&lt;footer&gt;, không lạm dụng &lt;div&gt;.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44368"/>
            <a:ext cx="1188720" cy="868680"/>
          </a:xfrm>
          <a:prstGeom prst="roundRect">
            <a:avLst/>
          </a:prstGeom>
          <a:solidFill>
            <a:srgbClr val="8C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81528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Be Vietnam Pro"/>
              </a:rPr>
              <a:t>Lần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2944368"/>
            <a:ext cx="95097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03580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8C2318"/>
                </a:solidFill>
                <a:latin typeface="Be Vietnam Pro"/>
              </a:rPr>
              <a:t>CSS Variables + Libraries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3832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D5A55"/>
                </a:solidFill>
                <a:latin typeface="Be Vietnam Pro"/>
              </a:rPr>
              <a:t>CSS Variables cho color/font/spacing; Flexbox/Grid; Animate.css + AOS; hover/focus.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68496"/>
            <a:ext cx="1188720" cy="868680"/>
          </a:xfrm>
          <a:prstGeom prst="roundRect">
            <a:avLst/>
          </a:prstGeom>
          <a:solidFill>
            <a:srgbClr val="8C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05656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Be Vietnam Pro"/>
              </a:rPr>
              <a:t>Lần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3968496"/>
            <a:ext cx="95097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405993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8C2318"/>
                </a:solidFill>
                <a:latin typeface="Be Vietnam Pro"/>
              </a:rPr>
              <a:t>Tinh chỉnh UI/UX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40740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D5A55"/>
                </a:solidFill>
                <a:latin typeface="Be Vietnam Pro"/>
              </a:rPr>
              <a:t>“Làm đẹp hơn, chữ ngăn nắp hơn” → Google Fonts, line-height, container, giảm div thừa.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992624"/>
            <a:ext cx="1188720" cy="868680"/>
          </a:xfrm>
          <a:prstGeom prst="roundRect">
            <a:avLst/>
          </a:prstGeom>
          <a:solidFill>
            <a:srgbClr val="8C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129784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Be Vietnam Pro"/>
              </a:rPr>
              <a:t>Lần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4992624"/>
            <a:ext cx="95097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5084064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8C2318"/>
                </a:solidFill>
                <a:latin typeface="Be Vietnam Pro"/>
              </a:rPr>
              <a:t>Hoàn thiện &amp; Publish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43153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D5A55"/>
                </a:solidFill>
                <a:latin typeface="Be Vietnam Pro"/>
              </a:rPr>
              <a:t>Meta SEO, OG, skip-link, README; bật GitHub Pages, push định kỳ.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8C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382512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EFD0"/>
                </a:solidFill>
                <a:latin typeface="Be Vietnam Pro"/>
              </a:rPr>
              <a:t>Lê Nguyễn Nhật Khánh — 125001660 · Tri ân thầy cô 20/11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382512"/>
            <a:ext cx="731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Be Vietnam Pro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2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65760"/>
            <a:ext cx="11460175" cy="6126480"/>
          </a:xfrm>
          <a:prstGeom prst="roundRect">
            <a:avLst/>
          </a:prstGeom>
          <a:solidFill>
            <a:srgbClr val="8C2318"/>
          </a:solidFill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D4A017"/>
                </a:solidFill>
                <a:latin typeface="Be Vietnam Pro"/>
              </a:rPr>
              <a:t>KẾT QUẢ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FFFFFF"/>
                </a:solidFill>
                <a:latin typeface="Playfair Display"/>
              </a:rPr>
              <a:t>Trang web đã hoàn thiện &amp;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834640"/>
            <a:ext cx="2057400" cy="1005840"/>
          </a:xfrm>
          <a:prstGeom prst="roundRect">
            <a:avLst/>
          </a:prstGeom>
          <a:solidFill>
            <a:srgbClr val="96281B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06324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F8EFD0"/>
                </a:solidFill>
                <a:latin typeface="Be Vietnam Pro"/>
              </a:rPr>
              <a:t>Semantic HTML5 chuẩn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834640"/>
            <a:ext cx="2057400" cy="1005840"/>
          </a:xfrm>
          <a:prstGeom prst="roundRect">
            <a:avLst/>
          </a:prstGeom>
          <a:solidFill>
            <a:srgbClr val="96281B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306324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F8EFD0"/>
                </a:solidFill>
                <a:latin typeface="Be Vietnam Pro"/>
              </a:rPr>
              <a:t>CSS Variables + Flexbox/Grid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834640"/>
            <a:ext cx="2057400" cy="1005840"/>
          </a:xfrm>
          <a:prstGeom prst="roundRect">
            <a:avLst/>
          </a:prstGeom>
          <a:solidFill>
            <a:srgbClr val="96281B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306324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F8EFD0"/>
                </a:solidFill>
                <a:latin typeface="Be Vietnam Pro"/>
              </a:rPr>
              <a:t>Animate.css + AOS mượt mà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834640"/>
            <a:ext cx="2057400" cy="1005840"/>
          </a:xfrm>
          <a:prstGeom prst="roundRect">
            <a:avLst/>
          </a:prstGeom>
          <a:solidFill>
            <a:srgbClr val="96281B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06324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F8EFD0"/>
                </a:solidFill>
                <a:latin typeface="Be Vietnam Pro"/>
              </a:rPr>
              <a:t>PROMPT_LOG.md đầy đủ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2834640"/>
            <a:ext cx="2057400" cy="1005840"/>
          </a:xfrm>
          <a:prstGeom prst="roundRect">
            <a:avLst/>
          </a:prstGeom>
          <a:solidFill>
            <a:srgbClr val="96281B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0" y="306324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F8EFD0"/>
                </a:solidFill>
                <a:latin typeface="Be Vietnam Pro"/>
              </a:rPr>
              <a:t>GitHub Pages hoạt động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Be Vietnam Pro"/>
              </a:rPr>
              <a:t>🔗 nielz2852007-maker.github.io/KHANH_LENGUYENNHAT_125001660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1">
                <a:solidFill>
                  <a:srgbClr val="D4A017"/>
                </a:solidFill>
                <a:latin typeface="Playfair Display"/>
              </a:rPr>
              <a:t>Cảm ơn thầy cô đã lắng nghe! 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5216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0C9B8"/>
                </a:solidFill>
                <a:latin typeface="Be Vietnam Pro"/>
              </a:rPr>
              <a:t>Lê Nguyễn Nhật Khánh — 125001660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